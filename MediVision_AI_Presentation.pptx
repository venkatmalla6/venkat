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5025"/>
            <a:ext cx="7772400" cy="1470025"/>
          </a:xfrm>
        </p:spPr>
        <p:txBody>
          <a:bodyPr/>
          <a:lstStyle/>
          <a:p>
            <a:r>
              <a:t>MediVision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00350"/>
            <a:ext cx="6629400" cy="2584449"/>
          </a:xfrm>
        </p:spPr>
        <p:txBody>
          <a:bodyPr>
            <a:normAutofit/>
          </a:bodyPr>
          <a:lstStyle/>
          <a:p>
            <a:r>
              <a:rPr dirty="0"/>
              <a:t>An Intelligent Multimodal Medical Diagnosis and Clinical Decision Support Platform</a:t>
            </a:r>
          </a:p>
          <a:p>
            <a:r>
              <a:rPr dirty="0" err="1"/>
              <a:t>B.Tech</a:t>
            </a:r>
            <a:r>
              <a:rPr dirty="0"/>
              <a:t> Final Year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Context: Medical diagnosis is complex and requires doctors to synthesize diverse data (X-rays, lab reports, symptoms, history).</a:t>
            </a:r>
          </a:p>
          <a:p>
            <a:r>
              <a:t>The Challenge: Manual integration is time-consuming and prone to human error, potentially delaying treatment.</a:t>
            </a:r>
          </a:p>
          <a:p>
            <a:r>
              <a:t>Project Objective: To develop 'MediVision AI', a multimodal AI platform that streamlines the diagnostic workflow, enhances decision accuracy, and improves patient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Information Overload: Doctors face massive amounts of disjointed patient data:</a:t>
            </a:r>
          </a:p>
          <a:p>
            <a:pPr lvl="1"/>
            <a:r>
              <a:t> - Medical Images (X-rays, MRIs, CT scans)</a:t>
            </a:r>
          </a:p>
          <a:p>
            <a:pPr lvl="1"/>
            <a:r>
              <a:t> - Laboratory Reports (Blood tests in PDF format)</a:t>
            </a:r>
          </a:p>
          <a:p>
            <a:pPr lvl="1"/>
            <a:r>
              <a:t> - Unstructured Documents (Prescriptions, clinical notes)</a:t>
            </a:r>
          </a:p>
          <a:p>
            <a:pPr lvl="1"/>
            <a:r>
              <a:t> - Patient Symptoms (Verbal or text descriptions)</a:t>
            </a:r>
          </a:p>
          <a:p>
            <a:pPr lvl="1"/>
            <a:r>
              <a:t> - Historical Records (Past diseases, allergies)</a:t>
            </a:r>
          </a:p>
          <a:p>
            <a:r>
              <a:t>Impact: High risk of overlooking critical details, leading to diagnostic errors or delays.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MediVision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unified, AI-powered platform capable of processing multiple data types simultaneously:</a:t>
            </a:r>
          </a:p>
          <a:p>
            <a:r>
              <a:t>Vision: Interprets medical imaging using deep learning.</a:t>
            </a:r>
          </a:p>
          <a:p>
            <a:r>
              <a:t>NLP/OCR: Extracts structured data from text and PDF reports.</a:t>
            </a:r>
          </a:p>
          <a:p>
            <a:r>
              <a:t>RAG (Retrieval-Augmented Generation): Answers complex medical queries using verified medical knowledge bases.</a:t>
            </a:r>
          </a:p>
          <a:p>
            <a:r>
              <a:t>Voice: Multilingual assistant for natural patient interactions.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Processing Layer: Handles OCR, Speech-to-Text, and raw data ingestion.</a:t>
            </a:r>
          </a:p>
          <a:p>
            <a:r>
              <a:t>Medical AI Layer: Runs Vision Transformers for images and predictive models for disease detection.</a:t>
            </a:r>
          </a:p>
          <a:p>
            <a:r>
              <a:t>Knowledge Retrieval (RAG): Connects to medical guidelines and research papers to ground the AI's conclusions.</a:t>
            </a:r>
          </a:p>
          <a:p>
            <a:r>
              <a:t>Output Layer: Generates Clinical Summaries, Diagnosis Recommendations, and populates the Doctor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AI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Medical Image Analysis:</a:t>
            </a:r>
          </a:p>
          <a:p>
            <a:pPr lvl="1"/>
            <a:r>
              <a:t>Analyzes X-rays, MRIs, CT scans.</a:t>
            </a:r>
          </a:p>
          <a:p>
            <a:pPr lvl="1"/>
            <a:r>
              <a:t>Detects Pneumonia, Tumors, Fractures, etc.</a:t>
            </a:r>
          </a:p>
          <a:p>
            <a:r>
              <a:t>Blood Reports &amp; OCR:</a:t>
            </a:r>
          </a:p>
          <a:p>
            <a:pPr lvl="1"/>
            <a:r>
              <a:t>Extracts key values from PDF reports using Tesseract/PaddleOCR.</a:t>
            </a:r>
          </a:p>
          <a:p>
            <a:r>
              <a:t>Medical RAG System:</a:t>
            </a:r>
          </a:p>
          <a:p>
            <a:pPr lvl="1"/>
            <a:r>
              <a:t>Prevents 'AI hallucinations' by retrieving facts from WHO/NIH guidelines.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Stack:</a:t>
            </a:r>
          </a:p>
          <a:p>
            <a:pPr lvl="1"/>
            <a:r>
              <a:t>Frontend: React, TypeScript, Tailwind CSS</a:t>
            </a:r>
          </a:p>
          <a:p>
            <a:pPr lvl="1"/>
            <a:r>
              <a:t>Backend/AI: FastAPI, Python, OpenCV, Hugging Face, LangChain</a:t>
            </a:r>
          </a:p>
          <a:p>
            <a:pPr lvl="1"/>
            <a:r>
              <a:t>Databases/Cloud: PostgreSQL, Redis, FAISS, AWS</a:t>
            </a:r>
          </a:p>
          <a:p>
            <a:r>
              <a:t>Future Enhancements:</a:t>
            </a:r>
          </a:p>
          <a:p>
            <a:pPr lvl="1"/>
            <a:r>
              <a:t>Real-time ECG analysis and Wearable device integration.</a:t>
            </a:r>
          </a:p>
          <a:p>
            <a:pPr lvl="1"/>
            <a:r>
              <a:t>Full Electronic Health Record (EHR)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MediVision AI bridges the gap between disparate medical data and actionable clinical insights.</a:t>
            </a:r>
          </a:p>
          <a:p>
            <a:r>
              <a:t>It is designed not to replace doctors, but to act as a powerful Clinical Decision Support System.</a:t>
            </a:r>
          </a:p>
          <a:p>
            <a:r>
              <a:t>Reduces cognitive load and improves diagnostic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462</Words>
  <Application>Microsoft Office PowerPoint</Application>
  <PresentationFormat>On-screen Show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MediVision AI</vt:lpstr>
      <vt:lpstr>Introduction &amp; Objective</vt:lpstr>
      <vt:lpstr>Problem Statement</vt:lpstr>
      <vt:lpstr>Proposed Solution: MediVision AI</vt:lpstr>
      <vt:lpstr>Overall System Architecture</vt:lpstr>
      <vt:lpstr>Core AI Modules</vt:lpstr>
      <vt:lpstr>Tech Stack &amp; 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 S</cp:lastModifiedBy>
  <cp:revision>2</cp:revision>
  <dcterms:created xsi:type="dcterms:W3CDTF">2013-01-27T09:14:16Z</dcterms:created>
  <dcterms:modified xsi:type="dcterms:W3CDTF">2026-08-07T06:51:32Z</dcterms:modified>
  <cp:category/>
</cp:coreProperties>
</file>